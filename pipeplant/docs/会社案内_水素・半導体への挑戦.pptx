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0292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8FC0E0"/>
                </a:solidFill>
                <a:latin typeface="Consolas"/>
                <a:ea typeface="Consolas"/>
              </a:rPr>
              <a:t>04 ／ HYDROGEN × SEMICONDUCTOR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82296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Yu Gothic"/>
                <a:ea typeface="Yu Gothic"/>
              </a:rPr>
              <a:t>新しい海へ、帆を張る。──水素・半導体への挑戦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22960" y="1572768"/>
            <a:ext cx="10515600" cy="0"/>
          </a:xfrm>
          <a:prstGeom prst="line">
            <a:avLst/>
          </a:prstGeom>
          <a:ln w="12700">
            <a:solidFill>
              <a:srgbClr val="3FB6C7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822960" y="173736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>
                <a:solidFill>
                  <a:srgbClr val="C9DAE8"/>
                </a:solidFill>
                <a:latin typeface="Yu Gothic"/>
                <a:ea typeface="Yu Gothic"/>
              </a:rPr>
              <a:t>次世代エネルギー「水素」に加え、成長を続ける「半導体」の製造設備へ。誰も地図を持たない海こそ、腕の見せどころです。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7432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244462"/>
          </a:solidFill>
          <a:ln w="15875">
            <a:solidFill>
              <a:srgbClr val="35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3127248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B2A38"/>
                </a:solidFill>
                <a:latin typeface="Consolas"/>
              </a:rPr>
              <a:t>H₂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30358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FB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水素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3401568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水素ステーションの増設・新規開設工事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74320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244462"/>
          </a:solidFill>
          <a:ln w="15875">
            <a:solidFill>
              <a:srgbClr val="35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0" y="3127248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B2A38"/>
                </a:solidFill>
                <a:latin typeface="Consolas"/>
              </a:rPr>
              <a:t>H₂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589520" y="303580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FB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水素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401568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各化学プラント向けの水素燃料への転換工事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461772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244462"/>
          </a:solidFill>
          <a:ln w="15875">
            <a:solidFill>
              <a:srgbClr val="355A7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97280" y="5001768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1B2A38"/>
                </a:solidFill>
                <a:latin typeface="Consolas"/>
              </a:rPr>
              <a:t>H₂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194560" y="49103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3FB6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水素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94560" y="5276088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水素用高圧配管等の工事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4617720"/>
            <a:ext cx="5120640" cy="1600200"/>
          </a:xfrm>
          <a:prstGeom prst="roundRect">
            <a:avLst>
              <a:gd name="adj" fmla="val 8000"/>
            </a:avLst>
          </a:prstGeom>
          <a:solidFill>
            <a:srgbClr val="1F3C58"/>
          </a:solidFill>
          <a:ln w="15875">
            <a:solidFill>
              <a:srgbClr val="E892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92240" y="5001768"/>
            <a:ext cx="822960" cy="82296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B85E12"/>
                </a:solidFill>
                <a:latin typeface="Consolas"/>
              </a:rPr>
              <a:t>Si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89520" y="4910328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E892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Yu Gothic"/>
              </a:rPr>
              <a:t>半導体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276088"/>
            <a:ext cx="3474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FFFFF"/>
                </a:solidFill>
                <a:latin typeface="Yu Gothic"/>
                <a:ea typeface="Yu Gothic"/>
              </a:rPr>
              <a:t>半導体向けのスキット製作・施工・メンテナンス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6355080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7F95A8"/>
                </a:solidFill>
                <a:latin typeface="Yu Gothic"/>
                <a:ea typeface="Yu Gothic"/>
              </a:rPr>
              <a:t>株式会社パイプラント 会社案内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355080"/>
            <a:ext cx="457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7F95A8"/>
                </a:solidFill>
                <a:latin typeface="Yu Gothic"/>
                <a:ea typeface="Yu Gothic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