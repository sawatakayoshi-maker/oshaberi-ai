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</p:sldIdLst>
  <p:notesMasterIdLst>
    <p:notesMasterId r:id="rId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-1371600"/>
            <a:ext cx="4023360" cy="4023360"/>
          </a:xfrm>
          <a:prstGeom prst="ellipse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05840" y="5212080"/>
            <a:ext cx="2926080" cy="2926080"/>
          </a:xfrm>
          <a:prstGeom prst="ellipse">
            <a:avLst/>
          </a:prstGeom>
          <a:solidFill>
            <a:srgbClr val="10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FB6C7"/>
                </a:solidFill>
                <a:latin typeface="游ゴシック"/>
                <a:ea typeface="游ゴシック"/>
              </a:rPr>
              <a:t>会社案内 ／ COMPANY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7863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FFFFFF"/>
                </a:solidFill>
                <a:latin typeface="游ゴシック"/>
                <a:ea typeface="游ゴシック"/>
              </a:rPr>
              <a:t>パイプを繋ぎ、人を繋ぎ、
技術を繋ぐ。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794760"/>
            <a:ext cx="2011680" cy="45720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CFE0EC"/>
                </a:solidFill>
                <a:latin typeface="游ゴシック"/>
                <a:ea typeface="游ゴシック"/>
              </a:rPr>
              <a:t>高圧ガス・化学プラントの配管設備工事から、次世代エネルギー「水素」まで。設計・製作・施工を一貫して担う、配管施工のプロフェッショナルチーム。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C3DC"/>
                </a:solidFill>
                <a:latin typeface="游ゴシック"/>
                <a:ea typeface="游ゴシック"/>
              </a:rPr>
              <a:t>株式会社パイプラント ／ 福井県坂井市 ・ ナカテックグループ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ABOUT US ／ 私たちについて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486F"/>
                </a:solidFill>
                <a:latin typeface="游ゴシック"/>
                <a:ea typeface="游ゴシック"/>
              </a:rPr>
              <a:t>「お客様の大切な技術・情報を繋ぐ」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福井県坂井市春江町に本社を構える、ナカテックグループの一社です。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C2733"/>
                </a:solidFill>
                <a:latin typeface="游ゴシック"/>
                <a:ea typeface="游ゴシック"/>
              </a:rPr>
              <a:t>株式会社パイプラントは、高圧ガスプラントや各種化学プラントの配管設備工事を主力に、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C2733"/>
                </a:solidFill>
                <a:latin typeface="游ゴシック"/>
                <a:ea typeface="游ゴシック"/>
              </a:rPr>
              <a:t>次世代エネルギーである水素設備の分野にも積極的に取り組んでいます。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2679192" cy="2194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26280"/>
            <a:ext cx="22219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486F"/>
                </a:solidFill>
                <a:latin typeface="游ゴシック"/>
                <a:ea typeface="游ゴシック"/>
              </a:rPr>
              <a:t>高圧ガスプラント配管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22219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B7A"/>
                </a:solidFill>
                <a:latin typeface="游ゴシック"/>
                <a:ea typeface="游ゴシック"/>
              </a:rPr>
              <a:t>LNG・LPG など高圧ガス配管の製作・施工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55264" y="3383280"/>
            <a:ext cx="2679192" cy="2194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9584" y="3657600"/>
            <a:ext cx="640080" cy="640080"/>
          </a:xfrm>
          <a:prstGeom prst="ellipse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36576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4526280"/>
            <a:ext cx="22219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486F"/>
                </a:solidFill>
                <a:latin typeface="游ゴシック"/>
                <a:ea typeface="游ゴシック"/>
              </a:rPr>
              <a:t>各種化学プラント配管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5029200"/>
            <a:ext cx="22219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B7A"/>
                </a:solidFill>
                <a:latin typeface="游ゴシック"/>
                <a:ea typeface="游ゴシック"/>
              </a:rPr>
              <a:t>工場ごとに異なる仕様へ柔軟に対応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3383280"/>
            <a:ext cx="2679192" cy="2194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8" y="3657600"/>
            <a:ext cx="640080" cy="640080"/>
          </a:xfrm>
          <a:prstGeom prst="ellipse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6576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4526280"/>
            <a:ext cx="22219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486F"/>
                </a:solidFill>
                <a:latin typeface="游ゴシック"/>
                <a:ea typeface="游ゴシック"/>
              </a:rPr>
              <a:t>次世代エネルギー「水素」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5029200"/>
            <a:ext cx="22219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B7A"/>
                </a:solidFill>
                <a:latin typeface="游ゴシック"/>
                <a:ea typeface="游ゴシック"/>
              </a:rPr>
              <a:t>水素設備の分野にも積極的に取り組む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BUSINESS ／ 事業内容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486F"/>
                </a:solidFill>
                <a:latin typeface="游ゴシック"/>
                <a:ea typeface="游ゴシック"/>
              </a:rPr>
              <a:t>主な事業内容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工場で使われる配管の設計から製作、施工までを一貫して担います。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75688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7568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75103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プラント配管工事（主力）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04287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各種プラント向け配管、LNG・LPG高圧ガス配管、HRX19溶接、サニタリー配管、BA巻自動溶接チュービング配管。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43784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044951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4495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4436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機械組立・据付・各種メンテナンス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73552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工場設備の組立・現地据付、設備故障時の緊急対応、定期保全メンテナンス。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13048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4014216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1421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1363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各種製缶加工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42816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配管用架台・サポート、ステンレス/鉄製の塔槽類、熱交換器、ダクト・煙道、歩廊等の製作。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82312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983480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8348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8289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その他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12080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断熱工事、足場工事、その他のご要望にも相談対応。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STRENGTHS ／ 選ばれる理由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486F"/>
                </a:solidFill>
                <a:latin typeface="游ゴシック"/>
                <a:ea typeface="游ゴシック"/>
              </a:rPr>
              <a:t>パイプラントが選ばれる理由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「新規の施工会社を探したい」「一貫して任せたい」「定期保全を任せたい」に応えます。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75688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7568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75103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設計から施工まで一貫対応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04287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材料選定・設計・製作・加工・施工を自社で完結。窓口がひとつで調整の手間を削減。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43784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044951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4495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4436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高圧ガス・特殊配管の専門性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73552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LNG・LPG高圧ガス配管、HRX19溶接、サニタリー配管など専門領域に対応。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13048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4014216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1421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1363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緊急対応・定期保全まで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42816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新設工事だけでなく、設備故障時の緊急対応や定期保全まで継続的に支える。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WORKFLOW ／ 設計から施工まで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486F"/>
                </a:solidFill>
                <a:latin typeface="游ゴシック"/>
                <a:ea typeface="游ゴシック"/>
              </a:rPr>
              <a:t>設計から施工まで、一貫して。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数多くの部材から使用状況に適した配管材料を選定し、自社で担います。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5603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53312" y="2286000"/>
            <a:ext cx="768096" cy="768096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5603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游ゴシック"/>
                <a:ea typeface="游ゴシック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486F"/>
                </a:solidFill>
                <a:latin typeface="游ゴシック"/>
                <a:ea typeface="游ゴシック"/>
              </a:rPr>
              <a:t>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状況に適した配管材料を選定し、配管全体を設計します。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1089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8923A"/>
                </a:solidFill>
                <a:latin typeface="游ゴシック"/>
                <a:ea typeface="游ゴシック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011680"/>
            <a:ext cx="25603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87952" y="2286000"/>
            <a:ext cx="768096" cy="768096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286000"/>
            <a:ext cx="25603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游ゴシック"/>
                <a:ea typeface="游ゴシック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2461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486F"/>
                </a:solidFill>
                <a:latin typeface="游ゴシック"/>
                <a:ea typeface="游ゴシック"/>
              </a:rPr>
              <a:t>製作・加工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749039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現場で必要なサイズに製作・加工します。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31089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8923A"/>
                </a:solidFill>
                <a:latin typeface="游ゴシック"/>
                <a:ea typeface="游ゴシック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011680"/>
            <a:ext cx="25603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2" y="2286000"/>
            <a:ext cx="768096" cy="768096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5603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游ゴシック"/>
                <a:ea typeface="游ゴシック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2461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486F"/>
                </a:solidFill>
                <a:latin typeface="游ゴシック"/>
                <a:ea typeface="游ゴシック"/>
              </a:rPr>
              <a:t>施工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49039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現場での据付・配管施工までを担当します。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B7A"/>
                </a:solidFill>
                <a:latin typeface="游ゴシック"/>
                <a:ea typeface="游ゴシック"/>
              </a:rPr>
              <a:t>複雑で専門性の高い領域を、技術力とチームワークでかたちにしています。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HYDROGEN ／ 水素への挑戦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486F"/>
                </a:solidFill>
                <a:latin typeface="游ゴシック"/>
                <a:ea typeface="游ゴシック"/>
              </a:rPr>
              <a:t>次世代エネルギー「水素」への挑戦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高圧ガス配管で培った技術を、水素社会の実現へ。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75688"/>
            <a:ext cx="493776" cy="493776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7568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75103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水素ステーションの増設・新規開設工事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04287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水素インフラの整備を担います。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43784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044951"/>
            <a:ext cx="493776" cy="493776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4495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4436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自動車（FCV）向け水素タンクの共同開発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73552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次世代モビリティの開発に参画。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13048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4014216"/>
            <a:ext cx="493776" cy="493776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1421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1363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水素用高圧配管等の工事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42816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HRX19溶接など高圧水素に対応。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82312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983480"/>
            <a:ext cx="493776" cy="493776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8348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8289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各化学プラント向けの水素燃料への転換工事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12080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5C6B7A"/>
                </a:solidFill>
                <a:latin typeface="游ゴシック"/>
                <a:ea typeface="游ゴシック"/>
              </a:rPr>
              <a:t>脱炭素に向けた燃料転換を支援。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COMPANY ／ 会社概要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486F"/>
                </a:solidFill>
                <a:latin typeface="游ゴシック"/>
                <a:ea typeface="游ゴシック"/>
              </a:rPr>
              <a:t>会社概要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103120" cy="457200"/>
          </a:xfrm>
          <a:prstGeom prst="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9202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名称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920240"/>
            <a:ext cx="6126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920240"/>
            <a:ext cx="594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733"/>
                </a:solidFill>
                <a:latin typeface="游ゴシック"/>
                <a:ea typeface="游ゴシック"/>
              </a:rPr>
              <a:t>株式会社パイプラント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2103120" cy="457200"/>
          </a:xfrm>
          <a:prstGeom prst="rect">
            <a:avLst/>
          </a:prstGeom>
          <a:solidFill>
            <a:srgbClr val="1B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19202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所在地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377440"/>
            <a:ext cx="612648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377440"/>
            <a:ext cx="594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733"/>
                </a:solidFill>
                <a:latin typeface="游ゴシック"/>
                <a:ea typeface="游ゴシック"/>
              </a:rPr>
              <a:t>〒919-0411 福井県坂井市春江町藤鷲塚37-18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2103120" cy="457200"/>
          </a:xfrm>
          <a:prstGeom prst="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19202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電話／FAX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834640"/>
            <a:ext cx="6126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834640"/>
            <a:ext cx="594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733"/>
                </a:solidFill>
                <a:latin typeface="游ゴシック"/>
                <a:ea typeface="游ゴシック"/>
              </a:rPr>
              <a:t>0776-51-9550 ／ 0776-51-9551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2103120" cy="457200"/>
          </a:xfrm>
          <a:prstGeom prst="rect">
            <a:avLst/>
          </a:prstGeom>
          <a:solidFill>
            <a:srgbClr val="1B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91840"/>
            <a:ext cx="19202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所属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291840"/>
            <a:ext cx="612648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3291840"/>
            <a:ext cx="594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733"/>
                </a:solidFill>
                <a:latin typeface="游ゴシック"/>
                <a:ea typeface="游ゴシック"/>
              </a:rPr>
              <a:t>ナカテックグループ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39"/>
            <a:ext cx="2103120" cy="457200"/>
          </a:xfrm>
          <a:prstGeom prst="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749039"/>
            <a:ext cx="19202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事業内容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3749039"/>
            <a:ext cx="6126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3749039"/>
            <a:ext cx="594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733"/>
                </a:solidFill>
                <a:latin typeface="游ゴシック"/>
                <a:ea typeface="游ゴシック"/>
              </a:rPr>
              <a:t>プラント配管工事／機械組立・据付・メンテナンス／製缶加工／断熱・足場 ほか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2103120" cy="457200"/>
          </a:xfrm>
          <a:prstGeom prst="rect">
            <a:avLst/>
          </a:prstGeom>
          <a:solidFill>
            <a:srgbClr val="1B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06240"/>
            <a:ext cx="19202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対応領域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4206240"/>
            <a:ext cx="612648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4206240"/>
            <a:ext cx="594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733"/>
                </a:solidFill>
                <a:latin typeface="游ゴシック"/>
                <a:ea typeface="游ゴシック"/>
              </a:rPr>
              <a:t>高圧ガス・化学・食品・医療プラント／水素設備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B7A"/>
                </a:solidFill>
                <a:latin typeface="游ゴシック"/>
                <a:ea typeface="游ゴシック"/>
              </a:rPr>
              <a:t>※ 代表者・設立・従業員数などの詳細は別途ご案内します。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0" y="4206240"/>
            <a:ext cx="3291840" cy="3291840"/>
          </a:xfrm>
          <a:prstGeom prst="ellipse">
            <a:avLst/>
          </a:prstGeom>
          <a:solidFill>
            <a:srgbClr val="10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FB6C7"/>
                </a:solidFill>
                <a:latin typeface="游ゴシック"/>
                <a:ea typeface="游ゴシック"/>
              </a:rPr>
              <a:t>CONTACT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游ゴシック"/>
                <a:ea typeface="游ゴシック"/>
              </a:rPr>
              <a:t>配管・設備のお困りごとは、
遠慮なくご相談ください。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CFE0EC"/>
                </a:solidFill>
                <a:latin typeface="游ゴシック"/>
                <a:ea typeface="游ゴシック"/>
              </a:rPr>
              <a:t>工事のご依頼・お見積り・現地調査のご相談を承ります。専門チームが一貫してお応えします。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120640" cy="914400"/>
          </a:xfrm>
          <a:prstGeom prst="round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お電話でのご相談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05072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游ゴシック"/>
                <a:ea typeface="游ゴシック"/>
              </a:rPr>
              <a:t>0776-51-9550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FE0EC"/>
                </a:solidFill>
                <a:latin typeface="游ゴシック"/>
                <a:ea typeface="游ゴシック"/>
              </a:rPr>
              <a:t>〒919-0411 福井県坂井市春江町藤鷲塚37-18 ／ FAX 0776-51-9551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C3DC"/>
                </a:solidFill>
                <a:latin typeface="游ゴシック"/>
                <a:ea typeface="游ゴシック"/>
              </a:rPr>
              <a:t>株式会社パイプラント ／ PIPE PLANT ・ NAKATEC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パイプラント様 HP改修 施策提案書</dc:title>
  <dc:subject>PptxGenJS Presentation</dc:subject>
  <dc:creator>PptxGenJS</dc:creator>
  <cp:lastModifiedBy>PptxGenJS</cp:lastModifiedBy>
  <cp:revision>1</cp:revision>
  <dcterms:created xsi:type="dcterms:W3CDTF">2026-06-11T19:45:29Z</dcterms:created>
  <dcterms:modified xsi:type="dcterms:W3CDTF">2026-06-11T19:45:29Z</dcterms:modified>
</cp:coreProperties>
</file>