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2" r:id="rId8"/>
  </p:sldIdLst>
  <p:notesMasterIdLst>
    <p:notesMasterId r:id="rId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023360" cy="4023360"/>
          </a:xfrm>
          <a:prstGeom prst="ellipse">
            <a:avLst/>
          </a:prstGeom>
          <a:solidFill>
            <a:srgbClr val="3FB6C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120640"/>
            <a:ext cx="3291840" cy="3291840"/>
          </a:xfrm>
          <a:prstGeom prst="ellipse">
            <a:avLst/>
          </a:prstGeom>
          <a:solidFill>
            <a:srgbClr val="E8923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6C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株式会社パイプラント様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ホームページ改修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施策提案書 ＆ 実装報告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6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問い合わせ獲得 ／ 検索上位表示 ／ 自社で更新できる管理機能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309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A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2026年6月12日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現状診断：問い合わせ獲得を妨げていた4つの欠落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既存サイト（8ページ）を全ファイル精査した結果。デザイン・コンテンツの土台は良好だが、成果につながる機能が未設置だった。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8229600" cy="1024128"/>
          </a:xfrm>
          <a:prstGeom prst="roundRect">
            <a:avLst>
              <a:gd name="adj" fmla="val 535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93976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9280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問い合わせフォームが無い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17320" y="229514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contact.htmlにformタグ0個。電話のみで、営業時間外の見込み客を取りこぼす状態。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953512"/>
            <a:ext cx="8229600" cy="1024128"/>
          </a:xfrm>
          <a:prstGeom prst="roundRect">
            <a:avLst>
              <a:gd name="adj" fmla="val 535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264408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0632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施工実績ページが無い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417320" y="346557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発注側が最も見たい「実績」が不在。「実績」の語は全サイトで1箇所のみ。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4123944"/>
            <a:ext cx="8229600" cy="1024128"/>
          </a:xfrm>
          <a:prstGeom prst="roundRect">
            <a:avLst>
              <a:gd name="adj" fmla="val 535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43484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23367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構造化データ（JSON-LD）が無い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417320" y="46360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Googleに事業内容・所在地を正しく伝える記述が全ページ未設置。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5294376"/>
            <a:ext cx="8229600" cy="1024128"/>
          </a:xfrm>
          <a:prstGeom prst="roundRect">
            <a:avLst>
              <a:gd name="adj" fmla="val 535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60527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5404104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未完成箇所が18箇所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417320" y="58064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「後日差し替え」等のプレースホルダが残存。SNS埋め込み・地図・フォームが空のまま。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出典：アップロードいただいたサイト一式（pipeplant_site.zip）の実ファイル解析結果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施策1：問い合わせ獲得に特化した導線設計【実装済】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1463040"/>
          </a:xfrm>
          <a:prstGeom prst="roundRect">
            <a:avLst>
              <a:gd name="adj" fmla="val 4375"/>
            </a:avLst>
          </a:prstGeom>
          <a:solidFill>
            <a:srgbClr val="EA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709928"/>
            <a:ext cx="603504" cy="603504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3794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5087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問い合わせフォーム設置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600200" y="1947672"/>
            <a:ext cx="690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ご用件を選ぶだけの選択式＋必須3項目のみ。入力ハードルを最小化し「1分で送信」「現地調査・見積り無料」を明記。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944368"/>
            <a:ext cx="8229600" cy="1463040"/>
          </a:xfrm>
          <a:prstGeom prst="roundRect">
            <a:avLst>
              <a:gd name="adj" fmla="val 4375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3374136"/>
            <a:ext cx="603504" cy="603504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50215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31729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施工実績 → 相談への導線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600200" y="3611880"/>
            <a:ext cx="690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実績ページ末尾に「同様の工事をご検討中ですか？」のCTAを設置。フォームと電話の2択で取りこぼしを防ぐ。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4608576"/>
            <a:ext cx="8229600" cy="1463040"/>
          </a:xfrm>
          <a:prstGeom prst="roundRect">
            <a:avLst>
              <a:gd name="adj" fmla="val 4375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49808" y="5038344"/>
            <a:ext cx="603504" cy="603504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516636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83717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実績・お知らせの常時更新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1600200" y="5276088"/>
            <a:ext cx="690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「受注しました」「施工完了」の告知をトップに表示。動いている会社であることを発注検討者に示す。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フォームのデモ実装はメールソフト起動方式。本番公開時は送信サービス（またはサーバー）への接続が必要。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施策2：上位表示を狙うSEO設計【実装済】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「1ページ＝1キーワード群」を原則に、titleタグへ地域名＋工事種別を反映。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ページ</a:t>
                      </a:r>
                      <a:endParaRPr lang="en-US" sz="13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狙うキーワード（title反映済）</a:t>
                      </a:r>
                      <a:endParaRPr lang="en-US" sz="13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トップ</a:t>
                      </a:r>
                      <a:endParaRPr lang="en-US" sz="13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福井 プラント配管工事 ／ 水素ステーション配管</a:t>
                      </a:r>
                      <a:endParaRPr lang="en-US" sz="13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事業内容</a:t>
                      </a:r>
                      <a:endParaRPr lang="en-US" sz="13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プラント配管工事・サニタリー配管・製缶加工【福井】</a:t>
                      </a:r>
                      <a:endParaRPr lang="en-US" sz="13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水素への挑戦</a:t>
                      </a:r>
                      <a:endParaRPr lang="en-US" sz="13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水素ステーション配管工事・水素用高圧配管【福井】</a:t>
                      </a:r>
                      <a:endParaRPr lang="en-US" sz="13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発注をお考えの方へ</a:t>
                      </a:r>
                      <a:endParaRPr lang="en-US" sz="13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配管工事の発注・お見積り相談【福井】</a:t>
                      </a:r>
                      <a:endParaRPr lang="en-US" sz="13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施工実績（新設）</a:t>
                      </a:r>
                      <a:endParaRPr lang="en-US" sz="13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施工実績 プラント配管・水素・製缶【福井】</a:t>
                      </a:r>
                      <a:endParaRPr lang="en-US" sz="13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0690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構造化データ（JSON-LD）：事業者情報・パンくずを全ページに設置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canonical・sitemap.xml・robots.txt を新規生成（管理画面はクロール除外）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施工実績＝キーワードを含む新規コンテンツが増え続ける仕組み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検索順位そのものは保証できません（競合状況とGoogleの評価に依存）。本施策は上位表示に必要な内部要件を満たすものです。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施策3：AI診断による継続改善サイクル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今回の改修は、AIによるサイト全文診断（本提案書2ページ目）の結果に基づき実施。公開後は次のサイクルで回します。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2743200"/>
          </a:xfrm>
          <a:prstGeom prst="roundRect">
            <a:avLst>
              <a:gd name="adj" fmla="val 245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6172" y="2103120"/>
            <a:ext cx="768096" cy="768096"/>
          </a:xfrm>
          <a:prstGeom prst="ellipse">
            <a:avLst/>
          </a:prstGeom>
          <a:solidFill>
            <a:srgbClr val="3FB6C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764" y="226771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0632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計測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Google Search Console＋アクセス解析で、検索キーワード・問い合わせ数を計測。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008376" y="274320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92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355848" y="1828800"/>
            <a:ext cx="2606040" cy="2743200"/>
          </a:xfrm>
          <a:prstGeom prst="roundRect">
            <a:avLst>
              <a:gd name="adj" fmla="val 245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4820" y="2103120"/>
            <a:ext cx="768096" cy="768096"/>
          </a:xfrm>
          <a:prstGeom prst="ellipse">
            <a:avLst/>
          </a:prstGeom>
          <a:solidFill>
            <a:srgbClr val="3FB6C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2267712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55848" y="30632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AI診断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538728" y="3520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計測データとページ内容をAIに渡し、問い合わせを増やす改善候補を提案させる。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907024" y="274320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92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254496" y="1828800"/>
            <a:ext cx="2606040" cy="2743200"/>
          </a:xfrm>
          <a:prstGeom prst="roundRect">
            <a:avLst>
              <a:gd name="adj" fmla="val 245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73468" y="2103120"/>
            <a:ext cx="768096" cy="768096"/>
          </a:xfrm>
          <a:prstGeom prst="ellipse">
            <a:avLst/>
          </a:prstGeom>
          <a:solidFill>
            <a:srgbClr val="3FB6C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0" y="2267712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54496" y="30632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 反映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37376" y="3520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納得した改善だけを採用し、管理画面または改修で反映。効果を再計測。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サイトに組み込む常時AI診断機能（Claude API等）は、API契約が前提となるため本デモには含めていません。導入時は別途構成をご提案します。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追加機能：誰でも操作できる管理画面【実装済】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admin.html をブラウザで開くだけ。専門知識なしで、公開サイトへ即時反映できます。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850392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64792"/>
            <a:ext cx="512064" cy="512064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8836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5506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お知らせ・告知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0" y="1655064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受注・施工内容を投稿→トップに即表示。削除もワンクリック。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551176"/>
            <a:ext cx="8229600" cy="850392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715768"/>
            <a:ext cx="512064" cy="512064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8346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606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施工実績の追加・削除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114800" y="260604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工事名・写真を登録するだけでカード化。写真は自動縮小。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502152"/>
            <a:ext cx="8229600" cy="850392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666744"/>
            <a:ext cx="512064" cy="512064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8561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5701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動画差し替え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114800" y="3557016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トップページの現場動画をファイル選択だけで差し替え・削除。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453128"/>
            <a:ext cx="8229600" cy="850392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</p:sp>
      <p:sp>
        <p:nvSpPr>
          <p:cNvPr id="20" name="Shape 15"/>
          <p:cNvSpPr/>
          <p:nvPr/>
        </p:nvSpPr>
        <p:spPr>
          <a:xfrm>
            <a:off x="713232" y="4617720"/>
            <a:ext cx="512064" cy="512064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73659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5079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SNS連動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114800" y="450799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Instagram等のURLを保存→全ページのフッターに自動表示。実績カードにはX・LINE共有ボタン付き。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5404104"/>
            <a:ext cx="8229600" cy="850392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</p:sp>
      <p:sp>
        <p:nvSpPr>
          <p:cNvPr id="25" name="Shape 19"/>
          <p:cNvSpPr/>
          <p:nvPr/>
        </p:nvSpPr>
        <p:spPr>
          <a:xfrm>
            <a:off x="713232" y="5568696"/>
            <a:ext cx="512064" cy="512064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568756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4589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SNS用 動画編集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114800" y="545896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切り出し範囲とテロップを指定→SNS投稿用の短尺動画を書き出し。そのままHP公開も可。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デモ版はブラウザ保存（同じ端末・ブラウザ内で反映）。本番運用はサーバー型CMSへの移行を推奨。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371600"/>
            <a:ext cx="3108960" cy="3108960"/>
          </a:xfrm>
          <a:prstGeom prst="ellipse">
            <a:avLst/>
          </a:prstGeom>
          <a:solidFill>
            <a:srgbClr val="3FB6C7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本番公開の前に必要な作業（重要）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08176"/>
            <a:ext cx="457200" cy="457200"/>
          </a:xfrm>
          <a:prstGeom prst="ellipse">
            <a:avLst/>
          </a:prstGeom>
          <a:solidFill>
            <a:srgbClr val="E892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実ドメインへの差し替え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34440" y="179222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canonical・sitemap.xml内の仮ドメイン（pipeplant.example.jp）を実URLに変更。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457200" cy="457200"/>
          </a:xfrm>
          <a:prstGeom prst="ellipse">
            <a:avLst/>
          </a:prstGeom>
          <a:solidFill>
            <a:srgbClr val="E892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5420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フォーム送信先の接続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34440" y="296265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デモのメール起動方式を、フォーム送信サービスまたは自社サーバーに接続。送信先メールアドレスも要設定。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E8923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71246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管理機能のサーバー化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34440" y="4133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デモはブラウザ保存のため閲覧者には反映されない。本番はCMS／データベースへ移行が必須。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19472"/>
            <a:ext cx="457200" cy="457200"/>
          </a:xfrm>
          <a:prstGeom prst="ellipse">
            <a:avLst/>
          </a:prstGeom>
          <a:solidFill>
            <a:srgbClr val="E8923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88289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Google登録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34440" y="5303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Search Console＋Googleビジネスプロフィールに登録し、sitemap.xmlを送信。計測の起点になる。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A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検索順位・問い合わせ数の増加は保証値ではありません。公開後の計測→AI診断→改善のサイクル運用が前提です。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今回の追加改修（第2弾）：集客と更新性の強化【実装済】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公開中のサイトに、集客・更新性を高める機能を追加実装しました（いずれも稼働済み）。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850392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764792"/>
            <a:ext cx="512064" cy="512064"/>
          </a:xfrm>
          <a:prstGeom prst="ellipse">
            <a:avLst/>
          </a:prstGeom>
          <a:solidFill>
            <a:srgbClr val="E8923A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8836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5506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お知らせ（News）機能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0" y="1655064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news.js の一覧を編集するだけでトップ（最新3件）と専用ページに自動掲載。更新の鮮度が検索評価にも好影響。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551176"/>
            <a:ext cx="8229600" cy="850392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713232" y="2715768"/>
            <a:ext cx="512064" cy="512064"/>
          </a:xfrm>
          <a:prstGeom prst="ellipse">
            <a:avLst/>
          </a:prstGeom>
          <a:solidFill>
            <a:srgbClr val="E8923A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8346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606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構造化データの拡張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114800" y="260604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よくある質問（FAQ）・パンくずをページから自動生成し、検索結果でのリッチ表示を狙う。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502152"/>
            <a:ext cx="8229600" cy="850392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13232" y="3666744"/>
            <a:ext cx="512064" cy="512064"/>
          </a:xfrm>
          <a:prstGeom prst="ellipse">
            <a:avLst/>
          </a:prstGeom>
          <a:solidFill>
            <a:srgbClr val="E8923A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78561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5701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アクセス解析の土台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114800" y="3557016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GA4の測定IDを設定するだけで、訪問数・流入キーワードの計測を自動で開始。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453128"/>
            <a:ext cx="8229600" cy="850392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13232" y="4617720"/>
            <a:ext cx="512064" cy="512064"/>
          </a:xfrm>
          <a:prstGeom prst="ellipse">
            <a:avLst/>
          </a:prstGeom>
          <a:solidFill>
            <a:srgbClr val="E8923A"/>
          </a:solidFill>
          <a:ln/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73659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5079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スマホ導線の強化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114800" y="450799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画面下に「電話／お問い合わせ」固定バーを常時表示。読み進みバー・404ページも追加。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5404104"/>
            <a:ext cx="8229600" cy="850392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713232" y="5568696"/>
            <a:ext cx="512064" cy="512064"/>
          </a:xfrm>
          <a:prstGeom prst="ellipse">
            <a:avLst/>
          </a:prstGeom>
          <a:solidFill>
            <a:srgbClr val="E8923A"/>
          </a:solidFill>
          <a:ln/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568756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4589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設定の一元管理（config.js）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114800" y="545896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config.js 一つで電話・住所・SNS・地図・フォーム送信先を全ページへ自動反映。非エンジニアでも更新可。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いずれも公開サイトに実装済み。会社情報・お知らせは管理者が1ファイルの編集で更新できます。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パイプラント様 HP改修 施策提案書</dc:title>
  <dc:subject>PptxGenJS Presentation</dc:subject>
  <dc:creator>PptxGenJS</dc:creator>
  <cp:lastModifiedBy>PptxGenJS</cp:lastModifiedBy>
  <cp:revision>1</cp:revision>
  <dcterms:created xsi:type="dcterms:W3CDTF">2026-06-11T19:45:29Z</dcterms:created>
  <dcterms:modified xsi:type="dcterms:W3CDTF">2026-06-11T19:45:29Z</dcterms:modified>
</cp:coreProperties>
</file>