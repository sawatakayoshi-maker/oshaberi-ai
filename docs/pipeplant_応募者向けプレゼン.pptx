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1371600"/>
            <a:ext cx="4023360" cy="402336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05840" y="5212080"/>
            <a:ext cx="2926080" cy="2926080"/>
          </a:xfrm>
          <a:prstGeom prst="ellipse">
            <a:avLst/>
          </a:prstGeom>
          <a:solidFill>
            <a:srgbClr val="10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FB6C7"/>
                </a:solidFill>
                <a:latin typeface="游ゴシック"/>
                <a:ea typeface="游ゴシック"/>
              </a:rPr>
              <a:t>採用案内 ／ RECRUITING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7863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游ゴシック"/>
                <a:ea typeface="游ゴシック"/>
              </a:rPr>
              <a:t>技術は、人がつくる。
あなたの手で、社会を支える。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794760"/>
            <a:ext cx="2011680" cy="45720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0EC"/>
                </a:solidFill>
                <a:latin typeface="游ゴシック"/>
                <a:ea typeface="游ゴシック"/>
              </a:rPr>
              <a:t>配管は、工場や暮らしを支える「見えないインフラ」。未経験からでも、確かな技術を身につけて長く活躍できる環境がここにあります。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3DC"/>
                </a:solidFill>
                <a:latin typeface="游ゴシック"/>
                <a:ea typeface="游ゴシック"/>
              </a:rPr>
              <a:t>株式会社パイプラント 採用案内 ／ 福井県坂井市 ・ ナカテックグループ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ABOUT ／ どんな会社？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暮らしと産業を支える、配管のプロ集団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福井・ナカテックグループの一員として、社会基盤を支えています。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733"/>
                </a:solidFill>
                <a:latin typeface="游ゴシック"/>
                <a:ea typeface="游ゴシック"/>
              </a:rPr>
              <a:t>私たちがつくる配管は、工場の生産ラインやエネルギー供給を支える“見えないインフラ”。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733"/>
                </a:solidFill>
                <a:latin typeface="游ゴシック"/>
                <a:ea typeface="游ゴシック"/>
              </a:rPr>
              <a:t>高圧ガス・化学プラントから、次世代エネルギーの水素設備まで——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733"/>
                </a:solidFill>
                <a:latin typeface="游ゴシック"/>
                <a:ea typeface="游ゴシック"/>
              </a:rPr>
              <a:t>専門性の高い仕事を、チームでかたちにしています。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2011680" cy="164592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福井・坂井市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FB6C7"/>
                </a:solidFill>
                <a:latin typeface="游ゴシック"/>
                <a:ea typeface="游ゴシック"/>
              </a:rPr>
              <a:t>本社・各現場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3840480"/>
            <a:ext cx="2011680" cy="164592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4114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ナカテックG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48920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FB6C7"/>
                </a:solidFill>
                <a:latin typeface="游ゴシック"/>
                <a:ea typeface="游ゴシック"/>
              </a:rPr>
              <a:t>安定の基盤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3840480"/>
            <a:ext cx="2011680" cy="164592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4114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設計〜施工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48920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FB6C7"/>
                </a:solidFill>
                <a:latin typeface="游ゴシック"/>
                <a:ea typeface="游ゴシック"/>
              </a:rPr>
              <a:t>一貫体制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4" y="3840480"/>
            <a:ext cx="2011680" cy="164592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5704" y="4114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水素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48920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FB6C7"/>
                </a:solidFill>
                <a:latin typeface="游ゴシック"/>
                <a:ea typeface="游ゴシック"/>
              </a:rPr>
              <a:t>最先端領域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WORK ／ 仕事内容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どんな仕事をするの？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工場で使われる配管の設計から製作、施工までを担います。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配管の設計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状況に適した配管材料を選び、配管全体を設計する。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製作・加工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現場で必要なサイズに、鉄やステンレスを加工・製作する。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現場での施工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据付・配管施工。形のないところから、ひとつの配管を完成させる。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8231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水素など最先端にも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水素ステーションやFCVなど、次世代エネルギーの最前線に関わるチャンス。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REASONS ／ 働く魅力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パイプラントで働く4つの魅力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先輩たちと一緒に、ひとつの配管をかたちにしていきませんか。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未経験から手に職を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専門性の高い配管技術を、先輩のサポートを受けながら一歩ずつ習得できる。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チームで挑む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一人の技術力とチームワークの両方を大切にする現場。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水素という最先端へ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水素ステーションやFCVなど、次世代エネルギーの最前線に関われる。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8231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グループの安定基盤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ナカテックグループの一社として、腰を据えて長く働ける環境。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GROWTH ／ 成長のステップ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未経験から、一人前へ（イメージ）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あせらず、一歩ずつ。先輩のサポートで着実に成長できます。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331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入社・基礎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道具や安全の基本から。先輩について現場を知る。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1089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8923A"/>
                </a:solidFill>
                <a:latin typeface="游ゴシック"/>
                <a:ea typeface="游ゴシック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8795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OJTで習得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加工・溶接・施工を、実際の現場で少しずつ任される。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31089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8923A"/>
                </a:solidFill>
                <a:latin typeface="游ゴシック"/>
                <a:ea typeface="游ゴシック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一人前へ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担当を任され、技術と資格を積み上げていく。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※ 成長の流れの一例です。習得ペースは一人ひとりに合わせます。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REQUIREMENTS ／ 募集要項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募集要項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詳細は説明会・お問い合わせでご案内します。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仕事内容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2024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920240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プラント配管の設計・製作・施工／機械組立・据付・メンテナンス／製缶加工 など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377440" cy="457200"/>
          </a:xfrm>
          <a:prstGeom prst="rect">
            <a:avLst/>
          </a:prstGeom>
          <a:solidFill>
            <a:srgbClr val="1B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勤務地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377440"/>
            <a:ext cx="58521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本社（福井県坂井市春江町藤鷲塚37-18）および各現場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237744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対象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83464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834640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未経験者・経験者ともに歓迎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2377440" cy="457200"/>
          </a:xfrm>
          <a:prstGeom prst="rect">
            <a:avLst/>
          </a:prstGeom>
          <a:solidFill>
            <a:srgbClr val="1B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918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職種・給与・待遇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291840"/>
            <a:ext cx="58521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291840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別途ご案内（説明会・お問い合わせにて）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237744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4903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応募方法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749039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749039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お電話、またはお問い合わせフォームよりご連絡ください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※ 職種・給与・勤務時間・休日・福利厚生などの詳細は、決まり次第ご案内します。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FAQ ／ よくある質問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よくあるご質問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未経験でも大丈夫？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歓迎です。先輩のサポートを受けながら一歩ずつ習得できます。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どんな仕事をするの？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配管の設計〜製作〜施工。機械の組立・据付、製缶加工、水素分野も。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勤務地はどこ？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本社は福井県坂井市春江町。工事内容により各現場での勤務もあります。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8231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834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82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応募はどうすれば？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お電話、またはお問い合わせフォームからご連絡ください。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4206240"/>
            <a:ext cx="3291840" cy="3291840"/>
          </a:xfrm>
          <a:prstGeom prst="ellipse">
            <a:avLst/>
          </a:prstGeom>
          <a:solidFill>
            <a:srgbClr val="10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FB6C7"/>
                </a:solidFill>
                <a:latin typeface="游ゴシック"/>
                <a:ea typeface="游ゴシック"/>
              </a:rP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「話を聞いてみたい」
だけでも歓迎です。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0EC"/>
                </a:solidFill>
                <a:latin typeface="游ゴシック"/>
                <a:ea typeface="游ゴシック"/>
              </a:rPr>
              <a:t>未経験から、確かな技術を身につけて長く活躍できる環境です。まずはお気軽にご連絡ください。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120640" cy="914400"/>
          </a:xfrm>
          <a:prstGeom prst="round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お電話でのご相談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游ゴシック"/>
                <a:ea typeface="游ゴシック"/>
              </a:rPr>
              <a:t>0776-51-9550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株式会社パイプラント 採用担当 ／ 福井県坂井市春江町藤鷲塚37-18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C3DC"/>
                </a:solidFill>
                <a:latin typeface="游ゴシック"/>
                <a:ea typeface="游ゴシック"/>
              </a:rPr>
              <a:t>株式会社パイプラント ／ PIPE PLANT ・ NAKATEC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パイプラント様 HP改修 施策提案書</dc:title>
  <dc:subject>PptxGenJS Presentation</dc:subject>
  <dc:creator>PptxGenJS</dc:creator>
  <cp:lastModifiedBy>PptxGenJS</cp:lastModifiedBy>
  <cp:revision>1</cp:revision>
  <dcterms:created xsi:type="dcterms:W3CDTF">2026-06-11T19:45:29Z</dcterms:created>
  <dcterms:modified xsi:type="dcterms:W3CDTF">2026-06-11T19:45:29Z</dcterms:modified>
</cp:coreProperties>
</file>